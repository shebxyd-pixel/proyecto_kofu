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Presentación de Ejemplo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Agente de IA para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es un slide con contenido generado automáticamente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