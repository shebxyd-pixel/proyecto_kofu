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Presentación con Plantilla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Ejemplo de uso de plantillas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Contenido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E1E1E"/>
                </a:solidFill>
              </a:rPr>
              <a:t>Esta presentación puede usar una plantilla personalizada.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