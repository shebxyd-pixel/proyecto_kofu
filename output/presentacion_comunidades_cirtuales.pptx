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Comunidades cirtuales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Generado por LarIA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Contenido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E1E1E"/>
                </a:solidFill>
              </a:rPr>
              <a:t>Presentacion sobre Comunidades cirtuales creada automaticamente.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