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600" b="1">
                <a:solidFill>
                  <a:srgbClr val="00FFC8"/>
                </a:solidFill>
              </a:rPr>
              <a:t>Presentación sobre: inteligencia artificial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Generado automáticamente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C8"/>
                </a:solidFill>
              </a:rPr>
              <a:t>Introducción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solidFill>
                  <a:srgbClr val="F0F0F0"/>
                </a:solidFill>
              </a:rPr>
              <a:t>Resumen sobre: inteligencia artificial</a:t>
            </a:r>
          </a:p>
          <a:p/>
          <a:p>
            <a:r>
              <a:rPr sz="1800">
                <a:solidFill>
                  <a:srgbClr val="F0F0F0"/>
                </a:solidFill>
              </a:rPr>
              <a:t>Fuente 1 (DuckDuckGo): Rápido, fácil y gratis - Mejor redacción en segundos</a:t>
            </a:r>
          </a:p>
          <a:p>
            <a:r>
              <a:rPr sz="1800">
                <a:solidFill>
                  <a:srgbClr val="F0F0F0"/>
                </a:solidFill>
              </a:rPr>
              <a:t>Contenido: Eleva tu proceso de escritura con Grammarly en español: corrección de ortografía y gramática, reescritura completa de párrafos y traducción instantánea. Al registrarte, acep...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600" b="1">
                <a:solidFill>
                  <a:srgbClr val="00FFC8"/>
                </a:solidFill>
              </a:rPr>
              <a:t>Conclusiones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