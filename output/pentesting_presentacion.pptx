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Pentesting: Pruebas de Penetración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al Ethical Hacking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el Pentesting?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Evaluación de seguridad de sistemas informáticos mediante la simulación de ataques maliciosos para identificar vulnerabilidades.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Pentesting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Fases del Pentesting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Comunes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