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Presentación sobre: seguridad informática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Generado automáticamente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0F0F0"/>
                </a:solidFill>
              </a:rPr>
              <a:t>Resumen sobre: seguridad informática</a:t>
            </a:r>
          </a:p>
          <a:p/>
          <a:p>
            <a:r>
              <a:rPr sz="1800">
                <a:solidFill>
                  <a:srgbClr val="F0F0F0"/>
                </a:solidFill>
              </a:rPr>
              <a:t>Fuente 1: Compra en Amazon - Sitio oficial de Amazon.com.mx</a:t>
            </a:r>
          </a:p>
          <a:p>
            <a:r>
              <a:rPr sz="1800">
                <a:solidFill>
                  <a:srgbClr val="F0F0F0"/>
                </a:solidFill>
              </a:rPr>
              <a:t>URL: https://duckduckgo.com/y.js?ad_domain=amazon.com.mx&amp;ad_provider=bingv7aa&amp;ad_type=txad&amp;click_metadata=OI8_cHlcIB9P8pjtp%2D6s6zvLqNyBLNzqTATjP%2DOlsv7__QJv6SQeXe_v%2DIFkA5ONM5xP1SOc9nquYtF6BZgR%2D44A...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